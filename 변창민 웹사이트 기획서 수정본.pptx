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66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2"/>
  </p:normalViewPr>
  <p:slideViewPr>
    <p:cSldViewPr snapToGrid="0">
      <p:cViewPr varScale="1">
        <p:scale>
          <a:sx n="114" d="100"/>
          <a:sy n="114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B203B91D-16BF-4A45-96DB-5FAEF848CD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kicker-1-marker">
            <a:extLst>
              <a:ext uri="{FF2B5EF4-FFF2-40B4-BE49-F238E27FC236}">
                <a16:creationId xmlns:a16="http://schemas.microsoft.com/office/drawing/2014/main" id="{4AD8684D-6242-4E23-B284-E049EAB53EB9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284B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kicker-1-label">
            <a:extLst>
              <a:ext uri="{FF2B5EF4-FFF2-40B4-BE49-F238E27FC236}">
                <a16:creationId xmlns:a16="http://schemas.microsoft.com/office/drawing/2014/main" id="{A816B64F-D52B-43F4-B1D2-B6E56A959DE6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WEBSITE PLANNING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AFD8105-9BEE-40C1-9B11-1411FCB46EBB}"/>
              </a:ext>
            </a:extLst>
          </p:cNvPr>
          <p:cNvSpPr>
            <a:spLocks noGrp="1"/>
          </p:cNvSpPr>
          <p:nvPr/>
        </p:nvSpPr>
        <p:spPr>
          <a:xfrm>
            <a:off x="552450" y="857250"/>
            <a:ext cx="5905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체스 입문 가이드</a:t>
            </a:r>
          </a:p>
          <a:p>
            <a:pPr algn="l">
              <a:defRPr sz="315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웹사이트 기획서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CF431D-1282-41AC-86FA-D1E725C69921}"/>
              </a:ext>
            </a:extLst>
          </p:cNvPr>
          <p:cNvSpPr>
            <a:spLocks noGrp="1"/>
          </p:cNvSpPr>
          <p:nvPr/>
        </p:nvSpPr>
        <p:spPr>
          <a:xfrm>
            <a:off x="590550" y="2266950"/>
            <a:ext cx="5095875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초보자가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체스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규칙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말의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이동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기본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전략을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쉽게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학습할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수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있도록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돕는</a:t>
            </a:r>
            <a:r>
              <a:rPr lang="ko-KR" altLang="en-US" sz="1275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br>
              <a:rPr lang="en-US" altLang="ko-KR" sz="1275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</a:b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정보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제공형</a:t>
            </a:r>
            <a:r>
              <a:rPr sz="1275" b="0" dirty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웹사이트</a:t>
            </a:r>
            <a:endParaRPr sz="1275" b="0" dirty="0">
              <a:solidFill>
                <a:srgbClr val="68706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AF0E8E-05AC-4044-A103-E0C48FBB945A}"/>
              </a:ext>
            </a:extLst>
          </p:cNvPr>
          <p:cNvSpPr>
            <a:spLocks noGrp="1"/>
          </p:cNvSpPr>
          <p:nvPr/>
        </p:nvSpPr>
        <p:spPr>
          <a:xfrm>
            <a:off x="590550" y="3238500"/>
            <a:ext cx="3905250" cy="4000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B8A4CB-43AB-42AC-A7FC-252DF72F5B7C}"/>
              </a:ext>
            </a:extLst>
          </p:cNvPr>
          <p:cNvSpPr>
            <a:spLocks noGrp="1"/>
          </p:cNvSpPr>
          <p:nvPr/>
        </p:nvSpPr>
        <p:spPr>
          <a:xfrm>
            <a:off x="762000" y="334327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제작 범위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B63850-C31B-4832-ADB3-9603E9318F07}"/>
              </a:ext>
            </a:extLst>
          </p:cNvPr>
          <p:cNvSpPr>
            <a:spLocks noGrp="1"/>
          </p:cNvSpPr>
          <p:nvPr/>
        </p:nvSpPr>
        <p:spPr>
          <a:xfrm>
            <a:off x="1657350" y="3324225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15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메인페이지</a:t>
            </a:r>
            <a:r>
              <a:rPr sz="915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1개 + </a:t>
            </a:r>
            <a:r>
              <a:rPr sz="915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서브페이지</a:t>
            </a:r>
            <a:r>
              <a:rPr sz="915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1개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BD38F1-155C-4CF9-92EC-9C5368957717}"/>
              </a:ext>
            </a:extLst>
          </p:cNvPr>
          <p:cNvSpPr>
            <a:spLocks noGrp="1"/>
          </p:cNvSpPr>
          <p:nvPr/>
        </p:nvSpPr>
        <p:spPr>
          <a:xfrm>
            <a:off x="590550" y="3829050"/>
            <a:ext cx="3905250" cy="400050"/>
          </a:xfrm>
          <a:prstGeom prst="rect">
            <a:avLst/>
          </a:prstGeom>
          <a:solidFill>
            <a:srgbClr val="DDE8DE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220F2E-BF6D-496B-9957-655E4E8D8967}"/>
              </a:ext>
            </a:extLst>
          </p:cNvPr>
          <p:cNvSpPr>
            <a:spLocks noGrp="1"/>
          </p:cNvSpPr>
          <p:nvPr/>
        </p:nvSpPr>
        <p:spPr>
          <a:xfrm>
            <a:off x="762000" y="393382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핵심 페이지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66EE4C-39BB-4B50-8849-36495E927D78}"/>
              </a:ext>
            </a:extLst>
          </p:cNvPr>
          <p:cNvSpPr>
            <a:spLocks noGrp="1"/>
          </p:cNvSpPr>
          <p:nvPr/>
        </p:nvSpPr>
        <p:spPr>
          <a:xfrm>
            <a:off x="1657350" y="3914775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15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index.html</a:t>
            </a:r>
            <a:r>
              <a:rPr sz="915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/ </a:t>
            </a:r>
            <a:r>
              <a:rPr lang="en-US" sz="915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rule</a:t>
            </a:r>
            <a:r>
              <a:rPr sz="915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.html</a:t>
            </a:r>
            <a:endParaRPr sz="915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84E110-4DD5-4151-AF9E-599E9FEE9FD1}"/>
              </a:ext>
            </a:extLst>
          </p:cNvPr>
          <p:cNvSpPr>
            <a:spLocks noGrp="1"/>
          </p:cNvSpPr>
          <p:nvPr/>
        </p:nvSpPr>
        <p:spPr>
          <a:xfrm>
            <a:off x="590550" y="4419600"/>
            <a:ext cx="3905250" cy="4000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27D831-3517-4C2B-8743-2D3E377144CF}"/>
              </a:ext>
            </a:extLst>
          </p:cNvPr>
          <p:cNvSpPr>
            <a:spLocks noGrp="1"/>
          </p:cNvSpPr>
          <p:nvPr/>
        </p:nvSpPr>
        <p:spPr>
          <a:xfrm>
            <a:off x="762000" y="4524375"/>
            <a:ext cx="78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주요 대상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F3E2DB3-08AD-495F-BFF2-3E1D1CBE2E02}"/>
              </a:ext>
            </a:extLst>
          </p:cNvPr>
          <p:cNvSpPr>
            <a:spLocks noGrp="1"/>
          </p:cNvSpPr>
          <p:nvPr/>
        </p:nvSpPr>
        <p:spPr>
          <a:xfrm>
            <a:off x="1657350" y="4505325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15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15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체스를 처음 접하는 학생과 초보자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7B1B55C-B7A4-4492-BFD1-8766AB94891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8C5EFDE3-5AB6-468C-8AC7-09CD04783DF2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" b="0">
                <a:solidFill>
                  <a:srgbClr val="687063"/>
                </a:solidFill>
                <a:latin typeface="Apple SD Gothic Neo"/>
                <a:ea typeface="Apple SD Gothic Neo"/>
                <a:cs typeface="Apple SD Gothic Neo"/>
              </a:rPr>
              <a:t>체스 입문 가이드 웹사이트 기획서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072F0-A128-2A38-AD03-C762AD9159E4}"/>
              </a:ext>
            </a:extLst>
          </p:cNvPr>
          <p:cNvSpPr txBox="1"/>
          <p:nvPr/>
        </p:nvSpPr>
        <p:spPr>
          <a:xfrm>
            <a:off x="8149433" y="5958959"/>
            <a:ext cx="3490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202231468 </a:t>
            </a:r>
            <a:r>
              <a:rPr kumimoji="1" lang="ko-KR" altLang="en-US" dirty="0"/>
              <a:t>금융수학과 변창민</a:t>
            </a:r>
          </a:p>
        </p:txBody>
      </p:sp>
      <p:pic>
        <p:nvPicPr>
          <p:cNvPr id="17" name="그림 16" descr="체스, 그 고요한 전쟁">
            <a:extLst>
              <a:ext uri="{FF2B5EF4-FFF2-40B4-BE49-F238E27FC236}">
                <a16:creationId xmlns:a16="http://schemas.microsoft.com/office/drawing/2014/main" id="{DCA9F1D2-5F53-6FDD-F794-BC35F6245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66814"/>
            <a:ext cx="5185566" cy="335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015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직사각형 63">
            <a:extLst>
              <a:ext uri="{FF2B5EF4-FFF2-40B4-BE49-F238E27FC236}">
                <a16:creationId xmlns:a16="http://schemas.microsoft.com/office/drawing/2014/main" id="{A4B29F99-A37D-60E7-D0C3-1FBA697631C5}"/>
              </a:ext>
            </a:extLst>
          </p:cNvPr>
          <p:cNvSpPr>
            <a:spLocks noGrp="1"/>
          </p:cNvSpPr>
          <p:nvPr/>
        </p:nvSpPr>
        <p:spPr>
          <a:xfrm>
            <a:off x="0" y="11265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90F1B1-89D8-8458-7A72-450CAFE59CB3}"/>
              </a:ext>
            </a:extLst>
          </p:cNvPr>
          <p:cNvSpPr>
            <a:spLocks noGrp="1"/>
          </p:cNvSpPr>
          <p:nvPr/>
        </p:nvSpPr>
        <p:spPr>
          <a:xfrm>
            <a:off x="819150" y="870027"/>
            <a:ext cx="10287000" cy="514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0E22A3D-C12C-5EDF-8D9F-8B293602BB3B}"/>
              </a:ext>
            </a:extLst>
          </p:cNvPr>
          <p:cNvSpPr>
            <a:spLocks noGrp="1"/>
          </p:cNvSpPr>
          <p:nvPr/>
        </p:nvSpPr>
        <p:spPr>
          <a:xfrm>
            <a:off x="6860324" y="3657600"/>
            <a:ext cx="3969600" cy="1285875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27BD19-3F40-79CD-D238-46B725F2877B}"/>
              </a:ext>
            </a:extLst>
          </p:cNvPr>
          <p:cNvSpPr>
            <a:spLocks noGrp="1"/>
          </p:cNvSpPr>
          <p:nvPr/>
        </p:nvSpPr>
        <p:spPr>
          <a:xfrm>
            <a:off x="819150" y="514350"/>
            <a:ext cx="1047750" cy="361950"/>
          </a:xfrm>
          <a:prstGeom prst="rect">
            <a:avLst/>
          </a:prstGeom>
          <a:solidFill>
            <a:srgbClr val="E8E8E4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3B90A1-2777-8FB0-1991-D06D28FF6E3D}"/>
              </a:ext>
            </a:extLst>
          </p:cNvPr>
          <p:cNvSpPr>
            <a:spLocks noGrp="1"/>
          </p:cNvSpPr>
          <p:nvPr/>
        </p:nvSpPr>
        <p:spPr>
          <a:xfrm>
            <a:off x="857250" y="54292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페이지명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875FD2-7A9F-5508-6F3C-1DD22B9C7F1A}"/>
              </a:ext>
            </a:extLst>
          </p:cNvPr>
          <p:cNvSpPr>
            <a:spLocks noGrp="1"/>
          </p:cNvSpPr>
          <p:nvPr/>
        </p:nvSpPr>
        <p:spPr>
          <a:xfrm>
            <a:off x="1866900" y="514350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EC1C41-E0D9-04D6-5A39-01103C57556C}"/>
              </a:ext>
            </a:extLst>
          </p:cNvPr>
          <p:cNvSpPr>
            <a:spLocks noGrp="1"/>
          </p:cNvSpPr>
          <p:nvPr/>
        </p:nvSpPr>
        <p:spPr>
          <a:xfrm>
            <a:off x="1905000" y="542925"/>
            <a:ext cx="2305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메인 페이지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81DC2B-DF4F-EE70-4BB3-2EEA7A8CFF93}"/>
              </a:ext>
            </a:extLst>
          </p:cNvPr>
          <p:cNvSpPr>
            <a:spLocks noGrp="1"/>
          </p:cNvSpPr>
          <p:nvPr/>
        </p:nvSpPr>
        <p:spPr>
          <a:xfrm>
            <a:off x="4248150" y="514350"/>
            <a:ext cx="876300" cy="361950"/>
          </a:xfrm>
          <a:prstGeom prst="rect">
            <a:avLst/>
          </a:prstGeom>
          <a:solidFill>
            <a:srgbClr val="E8E8E4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B15158-569C-E081-D90A-9F06DA22B33C}"/>
              </a:ext>
            </a:extLst>
          </p:cNvPr>
          <p:cNvSpPr>
            <a:spLocks noGrp="1"/>
          </p:cNvSpPr>
          <p:nvPr/>
        </p:nvSpPr>
        <p:spPr>
          <a:xfrm>
            <a:off x="4286250" y="542925"/>
            <a:ext cx="800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파일명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F2204B-9A24-4168-9179-ADFAFDCB8EDD}"/>
              </a:ext>
            </a:extLst>
          </p:cNvPr>
          <p:cNvSpPr>
            <a:spLocks noGrp="1"/>
          </p:cNvSpPr>
          <p:nvPr/>
        </p:nvSpPr>
        <p:spPr>
          <a:xfrm>
            <a:off x="5124450" y="514350"/>
            <a:ext cx="2476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004F81-528C-6115-7DD3-B05EDF700205}"/>
              </a:ext>
            </a:extLst>
          </p:cNvPr>
          <p:cNvSpPr>
            <a:spLocks noGrp="1"/>
          </p:cNvSpPr>
          <p:nvPr/>
        </p:nvSpPr>
        <p:spPr>
          <a:xfrm>
            <a:off x="5162550" y="542925"/>
            <a:ext cx="2400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index.html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743A31-A6CB-E4D6-6237-82D0385B8BBF}"/>
              </a:ext>
            </a:extLst>
          </p:cNvPr>
          <p:cNvSpPr>
            <a:spLocks noGrp="1"/>
          </p:cNvSpPr>
          <p:nvPr/>
        </p:nvSpPr>
        <p:spPr>
          <a:xfrm>
            <a:off x="1009650" y="10668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586766-04BE-1E4E-62F2-3EBA76C12B31}"/>
              </a:ext>
            </a:extLst>
          </p:cNvPr>
          <p:cNvSpPr>
            <a:spLocks noGrp="1"/>
          </p:cNvSpPr>
          <p:nvPr/>
        </p:nvSpPr>
        <p:spPr>
          <a:xfrm>
            <a:off x="1459879" y="1143000"/>
            <a:ext cx="803817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A1BF31-0B77-8662-F62E-9964D63C2E5A}"/>
              </a:ext>
            </a:extLst>
          </p:cNvPr>
          <p:cNvSpPr>
            <a:spLocks noGrp="1"/>
          </p:cNvSpPr>
          <p:nvPr/>
        </p:nvSpPr>
        <p:spPr>
          <a:xfrm>
            <a:off x="1370669" y="1143000"/>
            <a:ext cx="893027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0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로고</a:t>
            </a:r>
            <a:endParaRPr sz="1500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2298BF-A371-3D94-F4AA-6EE7B6FC62CE}"/>
              </a:ext>
            </a:extLst>
          </p:cNvPr>
          <p:cNvSpPr>
            <a:spLocks noGrp="1"/>
          </p:cNvSpPr>
          <p:nvPr/>
        </p:nvSpPr>
        <p:spPr>
          <a:xfrm>
            <a:off x="2962275" y="120015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체스 소개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7C3718-44EA-1D3B-0A98-BF3DAB3EF0B2}"/>
              </a:ext>
            </a:extLst>
          </p:cNvPr>
          <p:cNvSpPr>
            <a:spLocks noGrp="1"/>
          </p:cNvSpPr>
          <p:nvPr/>
        </p:nvSpPr>
        <p:spPr>
          <a:xfrm>
            <a:off x="4505325" y="120015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체스 규칙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5E2C97-98BB-BD13-9E72-2ACF308E8566}"/>
              </a:ext>
            </a:extLst>
          </p:cNvPr>
          <p:cNvSpPr>
            <a:spLocks noGrp="1"/>
          </p:cNvSpPr>
          <p:nvPr/>
        </p:nvSpPr>
        <p:spPr>
          <a:xfrm>
            <a:off x="6048375" y="120015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말의 이동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68335F-924E-A548-7742-E748B1A42CD6}"/>
              </a:ext>
            </a:extLst>
          </p:cNvPr>
          <p:cNvSpPr>
            <a:spLocks noGrp="1"/>
          </p:cNvSpPr>
          <p:nvPr/>
        </p:nvSpPr>
        <p:spPr>
          <a:xfrm>
            <a:off x="7591425" y="120015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기본 전략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7D82A67-714C-9EAA-A8E8-74E7257BA67A}"/>
              </a:ext>
            </a:extLst>
          </p:cNvPr>
          <p:cNvSpPr>
            <a:spLocks noGrp="1"/>
          </p:cNvSpPr>
          <p:nvPr/>
        </p:nvSpPr>
        <p:spPr>
          <a:xfrm>
            <a:off x="9134475" y="120015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5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기본 전술</a:t>
            </a:r>
            <a:endParaRPr sz="105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57361AE-468B-CE15-06BE-FAD78C32F6FA}"/>
              </a:ext>
            </a:extLst>
          </p:cNvPr>
          <p:cNvSpPr>
            <a:spLocks noGrp="1"/>
          </p:cNvSpPr>
          <p:nvPr/>
        </p:nvSpPr>
        <p:spPr>
          <a:xfrm>
            <a:off x="2987598" y="1790700"/>
            <a:ext cx="7858124" cy="628650"/>
          </a:xfrm>
          <a:prstGeom prst="rect">
            <a:avLst/>
          </a:prstGeom>
          <a:solidFill>
            <a:srgbClr val="F8F8F5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6F3E50-A8C9-6997-548A-A7DED2A6F078}"/>
              </a:ext>
            </a:extLst>
          </p:cNvPr>
          <p:cNvSpPr>
            <a:spLocks noGrp="1"/>
          </p:cNvSpPr>
          <p:nvPr/>
        </p:nvSpPr>
        <p:spPr>
          <a:xfrm>
            <a:off x="3048000" y="1828800"/>
            <a:ext cx="75342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3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배너 영역</a:t>
            </a:r>
          </a:p>
          <a:p>
            <a:pPr algn="ctr">
              <a:defRPr sz="13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누구나 쉽게 배우는 체스 입문 사이트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7745407-6C38-6EA4-119C-BE24051EFB28}"/>
              </a:ext>
            </a:extLst>
          </p:cNvPr>
          <p:cNvSpPr>
            <a:spLocks noGrp="1"/>
          </p:cNvSpPr>
          <p:nvPr/>
        </p:nvSpPr>
        <p:spPr>
          <a:xfrm>
            <a:off x="3009899" y="2571750"/>
            <a:ext cx="782002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99764D2-B02E-A22B-D5AE-52BC0799DB89}"/>
              </a:ext>
            </a:extLst>
          </p:cNvPr>
          <p:cNvSpPr>
            <a:spLocks noGrp="1"/>
          </p:cNvSpPr>
          <p:nvPr/>
        </p:nvSpPr>
        <p:spPr>
          <a:xfrm>
            <a:off x="3048000" y="2609850"/>
            <a:ext cx="7344937" cy="828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0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메인</a:t>
            </a:r>
            <a:r>
              <a:rPr sz="150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이미지</a:t>
            </a:r>
            <a:endParaRPr sz="1500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150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체스판</a:t>
            </a:r>
            <a:r>
              <a:rPr sz="150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/ </a:t>
            </a:r>
            <a:r>
              <a:rPr sz="150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체스</a:t>
            </a:r>
            <a:r>
              <a:rPr sz="150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말</a:t>
            </a:r>
            <a:r>
              <a:rPr sz="150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이미지</a:t>
            </a:r>
            <a:r>
              <a:rPr sz="150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배치</a:t>
            </a:r>
            <a:endParaRPr sz="1500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5F7B235-DDD9-512B-954D-7003A2AE0903}"/>
              </a:ext>
            </a:extLst>
          </p:cNvPr>
          <p:cNvSpPr>
            <a:spLocks noGrp="1"/>
          </p:cNvSpPr>
          <p:nvPr/>
        </p:nvSpPr>
        <p:spPr>
          <a:xfrm>
            <a:off x="1200150" y="1824154"/>
            <a:ext cx="14287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D1BC24-C43A-6B7A-75B2-8D45BDA614B4}"/>
              </a:ext>
            </a:extLst>
          </p:cNvPr>
          <p:cNvSpPr>
            <a:spLocks noGrp="1"/>
          </p:cNvSpPr>
          <p:nvPr/>
        </p:nvSpPr>
        <p:spPr>
          <a:xfrm>
            <a:off x="1247775" y="2295178"/>
            <a:ext cx="13525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2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공지사항</a:t>
            </a:r>
            <a:endParaRPr sz="1275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67BAE4E-9F7A-D4F5-7A0C-D0B3E4F2DFFA}"/>
              </a:ext>
            </a:extLst>
          </p:cNvPr>
          <p:cNvSpPr>
            <a:spLocks noGrp="1"/>
          </p:cNvSpPr>
          <p:nvPr/>
        </p:nvSpPr>
        <p:spPr>
          <a:xfrm>
            <a:off x="1200150" y="3415411"/>
            <a:ext cx="1428750" cy="81067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15B7F78-23E4-C21F-5EE5-F252FD5A8A06}"/>
              </a:ext>
            </a:extLst>
          </p:cNvPr>
          <p:cNvSpPr>
            <a:spLocks noGrp="1"/>
          </p:cNvSpPr>
          <p:nvPr/>
        </p:nvSpPr>
        <p:spPr>
          <a:xfrm>
            <a:off x="1240107" y="3619269"/>
            <a:ext cx="1352550" cy="43141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5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온라인체스</a:t>
            </a:r>
            <a:endParaRPr lang="en-US" sz="105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사이트</a:t>
            </a:r>
            <a:r>
              <a:rPr sz="1050" b="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링크</a:t>
            </a:r>
            <a:endParaRPr sz="105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08C6E26-E822-0421-C32E-E30A258C8B7C}"/>
              </a:ext>
            </a:extLst>
          </p:cNvPr>
          <p:cNvSpPr>
            <a:spLocks noGrp="1"/>
          </p:cNvSpPr>
          <p:nvPr/>
        </p:nvSpPr>
        <p:spPr>
          <a:xfrm>
            <a:off x="3009900" y="3657600"/>
            <a:ext cx="3613924" cy="1285875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E21975E-DD88-D98F-A816-C13CE2B1178B}"/>
              </a:ext>
            </a:extLst>
          </p:cNvPr>
          <p:cNvSpPr>
            <a:spLocks noGrp="1"/>
          </p:cNvSpPr>
          <p:nvPr/>
        </p:nvSpPr>
        <p:spPr>
          <a:xfrm>
            <a:off x="7117847" y="3805122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20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20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체스의 매력</a:t>
            </a:r>
            <a:endParaRPr sz="1200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2F37EDE-9631-E1ED-7D86-62CB47321A5D}"/>
              </a:ext>
            </a:extLst>
          </p:cNvPr>
          <p:cNvSpPr>
            <a:spLocks noGrp="1"/>
          </p:cNvSpPr>
          <p:nvPr/>
        </p:nvSpPr>
        <p:spPr>
          <a:xfrm>
            <a:off x="3009900" y="5089605"/>
            <a:ext cx="7858125" cy="323850"/>
          </a:xfrm>
          <a:prstGeom prst="rect">
            <a:avLst/>
          </a:prstGeom>
          <a:solidFill>
            <a:srgbClr val="E8E8E4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21E3B9F-95FB-9B69-5BB7-F5BEED13CF06}"/>
              </a:ext>
            </a:extLst>
          </p:cNvPr>
          <p:cNvSpPr>
            <a:spLocks noGrp="1"/>
          </p:cNvSpPr>
          <p:nvPr/>
        </p:nvSpPr>
        <p:spPr>
          <a:xfrm>
            <a:off x="3048000" y="5127702"/>
            <a:ext cx="77819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90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하단</a:t>
            </a:r>
            <a:r>
              <a:rPr sz="900" b="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  <a:endParaRPr sz="90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90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이용</a:t>
            </a:r>
            <a:r>
              <a:rPr sz="900" b="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안내</a:t>
            </a:r>
            <a:r>
              <a:rPr sz="900" b="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| </a:t>
            </a:r>
            <a:r>
              <a:rPr sz="90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개인정보처리방침</a:t>
            </a:r>
            <a:r>
              <a:rPr sz="900" b="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| </a:t>
            </a:r>
            <a:r>
              <a:rPr sz="90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문의하기</a:t>
            </a:r>
            <a:r>
              <a:rPr sz="900" b="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| </a:t>
            </a:r>
            <a:r>
              <a:rPr sz="90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사이트맵</a:t>
            </a:r>
            <a:endParaRPr sz="90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F41E5E9-FFDE-C69C-95FB-47BF32E6D8A7}"/>
              </a:ext>
            </a:extLst>
          </p:cNvPr>
          <p:cNvSpPr>
            <a:spLocks noGrp="1"/>
          </p:cNvSpPr>
          <p:nvPr/>
        </p:nvSpPr>
        <p:spPr>
          <a:xfrm>
            <a:off x="819150" y="6262687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3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메인페이지</a:t>
            </a:r>
            <a:r>
              <a:rPr sz="135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스토리보드</a:t>
            </a:r>
            <a:endParaRPr sz="1350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D464E51-C00A-653E-1B86-26CC50639039}"/>
              </a:ext>
            </a:extLst>
          </p:cNvPr>
          <p:cNvSpPr>
            <a:spLocks noGrp="1"/>
          </p:cNvSpPr>
          <p:nvPr/>
        </p:nvSpPr>
        <p:spPr>
          <a:xfrm>
            <a:off x="3246399" y="3800475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20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20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체스 소개</a:t>
            </a:r>
            <a:endParaRPr sz="1200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952665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직사각형 66">
            <a:extLst>
              <a:ext uri="{FF2B5EF4-FFF2-40B4-BE49-F238E27FC236}">
                <a16:creationId xmlns:a16="http://schemas.microsoft.com/office/drawing/2014/main" id="{CAF0F91E-F3EF-E085-9BAB-9844E65385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F5397F-E7D1-67B1-AB0D-13A07602C87A}"/>
              </a:ext>
            </a:extLst>
          </p:cNvPr>
          <p:cNvSpPr>
            <a:spLocks noGrp="1"/>
          </p:cNvSpPr>
          <p:nvPr/>
        </p:nvSpPr>
        <p:spPr>
          <a:xfrm>
            <a:off x="819150" y="514350"/>
            <a:ext cx="1047750" cy="361950"/>
          </a:xfrm>
          <a:prstGeom prst="rect">
            <a:avLst/>
          </a:prstGeom>
          <a:solidFill>
            <a:srgbClr val="E8E8E4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9C13D2-8E65-90E5-9EB0-F9594989DFBA}"/>
              </a:ext>
            </a:extLst>
          </p:cNvPr>
          <p:cNvSpPr>
            <a:spLocks noGrp="1"/>
          </p:cNvSpPr>
          <p:nvPr/>
        </p:nvSpPr>
        <p:spPr>
          <a:xfrm>
            <a:off x="857250" y="54292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페이지명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BC7C79-5F5C-8B00-D5EE-DBCAB071B2F8}"/>
              </a:ext>
            </a:extLst>
          </p:cNvPr>
          <p:cNvSpPr>
            <a:spLocks noGrp="1"/>
          </p:cNvSpPr>
          <p:nvPr/>
        </p:nvSpPr>
        <p:spPr>
          <a:xfrm>
            <a:off x="1866900" y="514350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AD942C-AA57-D6F7-E1FF-C875D6D3F4E4}"/>
              </a:ext>
            </a:extLst>
          </p:cNvPr>
          <p:cNvSpPr>
            <a:spLocks noGrp="1"/>
          </p:cNvSpPr>
          <p:nvPr/>
        </p:nvSpPr>
        <p:spPr>
          <a:xfrm>
            <a:off x="1905000" y="542925"/>
            <a:ext cx="2305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50" b="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말의 이동</a:t>
            </a:r>
            <a:endParaRPr sz="105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F23686-7A6E-0A1E-9C03-89A3E19DA753}"/>
              </a:ext>
            </a:extLst>
          </p:cNvPr>
          <p:cNvSpPr>
            <a:spLocks noGrp="1"/>
          </p:cNvSpPr>
          <p:nvPr/>
        </p:nvSpPr>
        <p:spPr>
          <a:xfrm>
            <a:off x="4248150" y="514350"/>
            <a:ext cx="876300" cy="361950"/>
          </a:xfrm>
          <a:prstGeom prst="rect">
            <a:avLst/>
          </a:prstGeom>
          <a:solidFill>
            <a:srgbClr val="E8E8E4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452C83-CCF4-5C6C-A274-2C23857BE504}"/>
              </a:ext>
            </a:extLst>
          </p:cNvPr>
          <p:cNvSpPr>
            <a:spLocks noGrp="1"/>
          </p:cNvSpPr>
          <p:nvPr/>
        </p:nvSpPr>
        <p:spPr>
          <a:xfrm>
            <a:off x="4286250" y="542925"/>
            <a:ext cx="800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파일명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C7DF75-42E4-DC9E-B9FA-6B6C497F0527}"/>
              </a:ext>
            </a:extLst>
          </p:cNvPr>
          <p:cNvSpPr>
            <a:spLocks noGrp="1"/>
          </p:cNvSpPr>
          <p:nvPr/>
        </p:nvSpPr>
        <p:spPr>
          <a:xfrm>
            <a:off x="5124450" y="514350"/>
            <a:ext cx="2476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7872C6-5FB2-C99D-0A31-A2703972CCA3}"/>
              </a:ext>
            </a:extLst>
          </p:cNvPr>
          <p:cNvSpPr>
            <a:spLocks noGrp="1"/>
          </p:cNvSpPr>
          <p:nvPr/>
        </p:nvSpPr>
        <p:spPr>
          <a:xfrm>
            <a:off x="5162550" y="542925"/>
            <a:ext cx="2400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sz="105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move</a:t>
            </a:r>
            <a:r>
              <a:rPr sz="105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.html</a:t>
            </a:r>
            <a:endParaRPr sz="105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573BBA-8A99-EAC4-A8AE-5AB04121B3E9}"/>
              </a:ext>
            </a:extLst>
          </p:cNvPr>
          <p:cNvSpPr>
            <a:spLocks noGrp="1"/>
          </p:cNvSpPr>
          <p:nvPr/>
        </p:nvSpPr>
        <p:spPr>
          <a:xfrm>
            <a:off x="819150" y="876300"/>
            <a:ext cx="10287000" cy="514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82015E-AB22-9639-8AE2-04F9CAB8250F}"/>
              </a:ext>
            </a:extLst>
          </p:cNvPr>
          <p:cNvSpPr>
            <a:spLocks noGrp="1"/>
          </p:cNvSpPr>
          <p:nvPr/>
        </p:nvSpPr>
        <p:spPr>
          <a:xfrm>
            <a:off x="1009650" y="10668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821C5B-6F4F-2E21-EDDD-59297A5FBE3C}"/>
              </a:ext>
            </a:extLst>
          </p:cNvPr>
          <p:cNvSpPr>
            <a:spLocks noGrp="1"/>
          </p:cNvSpPr>
          <p:nvPr/>
        </p:nvSpPr>
        <p:spPr>
          <a:xfrm>
            <a:off x="1459879" y="1143000"/>
            <a:ext cx="803817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4A569E-FC28-2E57-EE66-4C11B656A8FA}"/>
              </a:ext>
            </a:extLst>
          </p:cNvPr>
          <p:cNvSpPr>
            <a:spLocks noGrp="1"/>
          </p:cNvSpPr>
          <p:nvPr/>
        </p:nvSpPr>
        <p:spPr>
          <a:xfrm>
            <a:off x="1404122" y="1143000"/>
            <a:ext cx="91532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0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로고</a:t>
            </a:r>
            <a:endParaRPr sz="1500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F13FA7-F8E1-E7A6-75C0-5FF1AB3A12FE}"/>
              </a:ext>
            </a:extLst>
          </p:cNvPr>
          <p:cNvSpPr>
            <a:spLocks noGrp="1"/>
          </p:cNvSpPr>
          <p:nvPr/>
        </p:nvSpPr>
        <p:spPr>
          <a:xfrm>
            <a:off x="2962275" y="120015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체스 소개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6B0360-31CC-C4B2-6B30-2EED9B2F5D73}"/>
              </a:ext>
            </a:extLst>
          </p:cNvPr>
          <p:cNvSpPr>
            <a:spLocks noGrp="1"/>
          </p:cNvSpPr>
          <p:nvPr/>
        </p:nvSpPr>
        <p:spPr>
          <a:xfrm>
            <a:off x="4324350" y="1198988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50" b="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체스 규칙</a:t>
            </a:r>
            <a:endParaRPr sz="105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F85CAE-5332-7D1E-46F8-CEDA1FE56AD9}"/>
              </a:ext>
            </a:extLst>
          </p:cNvPr>
          <p:cNvSpPr>
            <a:spLocks noGrp="1"/>
          </p:cNvSpPr>
          <p:nvPr/>
        </p:nvSpPr>
        <p:spPr>
          <a:xfrm>
            <a:off x="5962650" y="118110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5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말의 이동</a:t>
            </a:r>
            <a:endParaRPr sz="1050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445DD9-7902-4CC0-39B6-E37AEC614ECD}"/>
              </a:ext>
            </a:extLst>
          </p:cNvPr>
          <p:cNvSpPr>
            <a:spLocks noGrp="1"/>
          </p:cNvSpPr>
          <p:nvPr/>
        </p:nvSpPr>
        <p:spPr>
          <a:xfrm>
            <a:off x="7591425" y="120015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기본 전략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3FCB477-7795-362E-80FD-BE8476855274}"/>
              </a:ext>
            </a:extLst>
          </p:cNvPr>
          <p:cNvSpPr>
            <a:spLocks noGrp="1"/>
          </p:cNvSpPr>
          <p:nvPr/>
        </p:nvSpPr>
        <p:spPr>
          <a:xfrm>
            <a:off x="9134475" y="120015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5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기본 전술</a:t>
            </a:r>
            <a:endParaRPr sz="105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B97A529-391C-629E-B7EB-78192EABD58A}"/>
              </a:ext>
            </a:extLst>
          </p:cNvPr>
          <p:cNvSpPr>
            <a:spLocks noGrp="1"/>
          </p:cNvSpPr>
          <p:nvPr/>
        </p:nvSpPr>
        <p:spPr>
          <a:xfrm>
            <a:off x="2995728" y="5389985"/>
            <a:ext cx="7762875" cy="381000"/>
          </a:xfrm>
          <a:prstGeom prst="rect">
            <a:avLst/>
          </a:prstGeom>
          <a:solidFill>
            <a:srgbClr val="E8E8E4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E7AEB7B-FDEF-F4EF-D0B1-982E6CCCA2DC}"/>
              </a:ext>
            </a:extLst>
          </p:cNvPr>
          <p:cNvSpPr>
            <a:spLocks noGrp="1"/>
          </p:cNvSpPr>
          <p:nvPr/>
        </p:nvSpPr>
        <p:spPr>
          <a:xfrm>
            <a:off x="4443530" y="5418561"/>
            <a:ext cx="4629149" cy="38099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825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하단 영역</a:t>
            </a:r>
          </a:p>
          <a:p>
            <a:pPr algn="ctr">
              <a:defRPr sz="825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이용 안내 | 개인정보처리방침 | 문의하기 | 사이트맵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000C5AC-BB34-13ED-3BE3-4B914987DBD0}"/>
              </a:ext>
            </a:extLst>
          </p:cNvPr>
          <p:cNvSpPr>
            <a:spLocks noGrp="1"/>
          </p:cNvSpPr>
          <p:nvPr/>
        </p:nvSpPr>
        <p:spPr>
          <a:xfrm>
            <a:off x="819150" y="6438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3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서브페이지</a:t>
            </a:r>
            <a:r>
              <a:rPr sz="135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스토리보드</a:t>
            </a:r>
            <a:endParaRPr sz="1350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99719B5-1C7C-786C-F874-2AC02AC761A1}"/>
              </a:ext>
            </a:extLst>
          </p:cNvPr>
          <p:cNvSpPr>
            <a:spLocks noGrp="1"/>
          </p:cNvSpPr>
          <p:nvPr/>
        </p:nvSpPr>
        <p:spPr>
          <a:xfrm>
            <a:off x="1200150" y="1879911"/>
            <a:ext cx="14287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755BAE1-F8F5-F6B0-F11B-1B6000794AA3}"/>
              </a:ext>
            </a:extLst>
          </p:cNvPr>
          <p:cNvSpPr>
            <a:spLocks noGrp="1"/>
          </p:cNvSpPr>
          <p:nvPr/>
        </p:nvSpPr>
        <p:spPr>
          <a:xfrm>
            <a:off x="1247775" y="2250575"/>
            <a:ext cx="13525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2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공지사항</a:t>
            </a:r>
            <a:endParaRPr sz="1275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90A0013-0152-CB01-46BE-6FB0B7B8F461}"/>
              </a:ext>
            </a:extLst>
          </p:cNvPr>
          <p:cNvSpPr>
            <a:spLocks noGrp="1"/>
          </p:cNvSpPr>
          <p:nvPr/>
        </p:nvSpPr>
        <p:spPr>
          <a:xfrm>
            <a:off x="1200150" y="3482316"/>
            <a:ext cx="1428750" cy="610415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62EC5AC-A175-7625-2061-E31485B75AF9}"/>
              </a:ext>
            </a:extLst>
          </p:cNvPr>
          <p:cNvSpPr>
            <a:spLocks noGrp="1"/>
          </p:cNvSpPr>
          <p:nvPr/>
        </p:nvSpPr>
        <p:spPr>
          <a:xfrm>
            <a:off x="1217805" y="3615324"/>
            <a:ext cx="135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5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온라인체스</a:t>
            </a:r>
            <a:br>
              <a:rPr lang="en-US" sz="1050" b="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</a:br>
            <a:r>
              <a:rPr sz="105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사이트</a:t>
            </a:r>
            <a:r>
              <a:rPr sz="1050" b="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링크</a:t>
            </a:r>
            <a:endParaRPr sz="105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FF55A73-D859-9C74-9659-5FF2C36C6264}"/>
              </a:ext>
            </a:extLst>
          </p:cNvPr>
          <p:cNvSpPr>
            <a:spLocks noGrp="1"/>
          </p:cNvSpPr>
          <p:nvPr/>
        </p:nvSpPr>
        <p:spPr>
          <a:xfrm>
            <a:off x="3009900" y="1809750"/>
            <a:ext cx="7715250" cy="647700"/>
          </a:xfrm>
          <a:prstGeom prst="rect">
            <a:avLst/>
          </a:prstGeom>
          <a:solidFill>
            <a:srgbClr val="F8F8F5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B02F7B3-B114-D088-6566-70D7EEC9015D}"/>
              </a:ext>
            </a:extLst>
          </p:cNvPr>
          <p:cNvSpPr>
            <a:spLocks noGrp="1"/>
          </p:cNvSpPr>
          <p:nvPr/>
        </p:nvSpPr>
        <p:spPr>
          <a:xfrm>
            <a:off x="3048000" y="1847850"/>
            <a:ext cx="76390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3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ko-KR" sz="1350" b="1" dirty="0"/>
              <a:t>말의 이동</a:t>
            </a:r>
            <a:endParaRPr lang="en-US" altLang="ko-KR" sz="1350" b="1" dirty="0"/>
          </a:p>
          <a:p>
            <a:pPr algn="ctr">
              <a:defRPr sz="13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ko-KR" sz="1350" dirty="0"/>
              <a:t>체스는 말마다 움직이는 방향과 거리가 다릅니다. 먼저 여섯 가지 말의 기본 이동 방법부터 익혀봅니다.</a:t>
            </a:r>
            <a:endParaRPr sz="1350" b="1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3F15F0F-E5C8-FC92-3373-F7A89357A2FB}"/>
              </a:ext>
            </a:extLst>
          </p:cNvPr>
          <p:cNvSpPr>
            <a:spLocks noGrp="1"/>
          </p:cNvSpPr>
          <p:nvPr/>
        </p:nvSpPr>
        <p:spPr>
          <a:xfrm>
            <a:off x="3009900" y="2647950"/>
            <a:ext cx="7715250" cy="249322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675310-67B4-E406-0DCF-0D83272B55FF}"/>
              </a:ext>
            </a:extLst>
          </p:cNvPr>
          <p:cNvSpPr/>
          <p:nvPr/>
        </p:nvSpPr>
        <p:spPr>
          <a:xfrm>
            <a:off x="3267307" y="2787805"/>
            <a:ext cx="3456878" cy="6945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폰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ctr"/>
            <a:r>
              <a:rPr kumimoji="1" lang="ko-KR" altLang="en-US" sz="1100" dirty="0" err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이동이미지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+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설명 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DB208D-5177-BD07-4AF2-72A58200F0DD}"/>
              </a:ext>
            </a:extLst>
          </p:cNvPr>
          <p:cNvSpPr/>
          <p:nvPr/>
        </p:nvSpPr>
        <p:spPr>
          <a:xfrm>
            <a:off x="6851610" y="2792685"/>
            <a:ext cx="3456878" cy="6945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 err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비숍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ctr"/>
            <a:r>
              <a:rPr kumimoji="1" lang="ko-KR" altLang="en-US" sz="1100" dirty="0" err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이동이미지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+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설명 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00AE46-3564-87C0-5149-D7FE652B8090}"/>
              </a:ext>
            </a:extLst>
          </p:cNvPr>
          <p:cNvSpPr/>
          <p:nvPr/>
        </p:nvSpPr>
        <p:spPr>
          <a:xfrm>
            <a:off x="3267307" y="3565544"/>
            <a:ext cx="3456878" cy="6945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나이트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ctr"/>
            <a:r>
              <a:rPr kumimoji="1" lang="ko-KR" altLang="en-US" sz="1100" dirty="0" err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이동이미지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+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설명 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E59240B-7ACC-DB6B-D121-E6DCB5847046}"/>
              </a:ext>
            </a:extLst>
          </p:cNvPr>
          <p:cNvSpPr/>
          <p:nvPr/>
        </p:nvSpPr>
        <p:spPr>
          <a:xfrm>
            <a:off x="6877165" y="3591918"/>
            <a:ext cx="3456878" cy="6945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룩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ctr"/>
            <a:r>
              <a:rPr kumimoji="1" lang="ko-KR" altLang="en-US" sz="1100" dirty="0" err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이동이미지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+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설명 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31CE820-893E-8590-69C6-AA982AEE894B}"/>
              </a:ext>
            </a:extLst>
          </p:cNvPr>
          <p:cNvSpPr/>
          <p:nvPr/>
        </p:nvSpPr>
        <p:spPr>
          <a:xfrm>
            <a:off x="3274277" y="4333931"/>
            <a:ext cx="3456878" cy="6945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퀸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ctr"/>
            <a:r>
              <a:rPr kumimoji="1" lang="ko-KR" altLang="en-US" sz="1100" dirty="0" err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이동이미지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+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설명 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258554-0CD8-44BB-F975-94B3D73EFCE9}"/>
              </a:ext>
            </a:extLst>
          </p:cNvPr>
          <p:cNvSpPr/>
          <p:nvPr/>
        </p:nvSpPr>
        <p:spPr>
          <a:xfrm>
            <a:off x="6877165" y="4358273"/>
            <a:ext cx="3456878" cy="6945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킹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algn="ctr"/>
            <a:r>
              <a:rPr kumimoji="1" lang="ko-KR" altLang="en-US" sz="1100" dirty="0" err="1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이동이미지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r>
              <a:rPr kumimoji="1" lang="en-US" altLang="ko-KR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+</a:t>
            </a:r>
            <a:r>
              <a:rPr kumimoji="1" lang="ko-KR" altLang="en-US" sz="1100" dirty="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 설명 </a:t>
            </a:r>
            <a:endParaRPr kumimoji="1" lang="en-US" altLang="ko-KR" sz="1100" dirty="0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4723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49A977A-4E34-E7D7-ECCD-CC37479DCA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9020D4-5E70-18A4-9CD3-5FCDBCFD409A}"/>
              </a:ext>
            </a:extLst>
          </p:cNvPr>
          <p:cNvSpPr>
            <a:spLocks noGrp="1"/>
          </p:cNvSpPr>
          <p:nvPr/>
        </p:nvSpPr>
        <p:spPr>
          <a:xfrm>
            <a:off x="819150" y="514350"/>
            <a:ext cx="1047750" cy="361950"/>
          </a:xfrm>
          <a:prstGeom prst="rect">
            <a:avLst/>
          </a:prstGeom>
          <a:solidFill>
            <a:srgbClr val="E7E7E3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618A1A-BD6A-953E-F4B0-3FF8ECDECA54}"/>
              </a:ext>
            </a:extLst>
          </p:cNvPr>
          <p:cNvSpPr>
            <a:spLocks noGrp="1"/>
          </p:cNvSpPr>
          <p:nvPr/>
        </p:nvSpPr>
        <p:spPr>
          <a:xfrm>
            <a:off x="857250" y="54292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페이지명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098682-4443-21E4-293F-89E9DBBAC96C}"/>
              </a:ext>
            </a:extLst>
          </p:cNvPr>
          <p:cNvSpPr>
            <a:spLocks noGrp="1"/>
          </p:cNvSpPr>
          <p:nvPr/>
        </p:nvSpPr>
        <p:spPr>
          <a:xfrm>
            <a:off x="1866900" y="514350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47B95E-D431-9E21-7DF6-46CC1E7D7C5B}"/>
              </a:ext>
            </a:extLst>
          </p:cNvPr>
          <p:cNvSpPr>
            <a:spLocks noGrp="1"/>
          </p:cNvSpPr>
          <p:nvPr/>
        </p:nvSpPr>
        <p:spPr>
          <a:xfrm>
            <a:off x="1905000" y="542925"/>
            <a:ext cx="2305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메인 페이지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FDBE24-1A6E-3163-3EDE-9533A9238E6A}"/>
              </a:ext>
            </a:extLst>
          </p:cNvPr>
          <p:cNvSpPr>
            <a:spLocks noGrp="1"/>
          </p:cNvSpPr>
          <p:nvPr/>
        </p:nvSpPr>
        <p:spPr>
          <a:xfrm>
            <a:off x="4248150" y="514350"/>
            <a:ext cx="876300" cy="361950"/>
          </a:xfrm>
          <a:prstGeom prst="rect">
            <a:avLst/>
          </a:prstGeom>
          <a:solidFill>
            <a:srgbClr val="E7E7E3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689B7F-DD55-2FCD-ABFE-094873073EED}"/>
              </a:ext>
            </a:extLst>
          </p:cNvPr>
          <p:cNvSpPr>
            <a:spLocks noGrp="1"/>
          </p:cNvSpPr>
          <p:nvPr/>
        </p:nvSpPr>
        <p:spPr>
          <a:xfrm>
            <a:off x="4286250" y="542925"/>
            <a:ext cx="800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파일명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181162-BD07-BFF7-892D-442AECDB0B66}"/>
              </a:ext>
            </a:extLst>
          </p:cNvPr>
          <p:cNvSpPr>
            <a:spLocks noGrp="1"/>
          </p:cNvSpPr>
          <p:nvPr/>
        </p:nvSpPr>
        <p:spPr>
          <a:xfrm>
            <a:off x="5124450" y="514350"/>
            <a:ext cx="2476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A9F38D-D7A3-B056-2841-8A3705F52FA2}"/>
              </a:ext>
            </a:extLst>
          </p:cNvPr>
          <p:cNvSpPr>
            <a:spLocks noGrp="1"/>
          </p:cNvSpPr>
          <p:nvPr/>
        </p:nvSpPr>
        <p:spPr>
          <a:xfrm>
            <a:off x="5162550" y="542925"/>
            <a:ext cx="2400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index.html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95A7FA3-75C1-B1EC-0A1B-A9417EA95B06}"/>
              </a:ext>
            </a:extLst>
          </p:cNvPr>
          <p:cNvSpPr>
            <a:spLocks noGrp="1"/>
          </p:cNvSpPr>
          <p:nvPr/>
        </p:nvSpPr>
        <p:spPr>
          <a:xfrm>
            <a:off x="819150" y="876300"/>
            <a:ext cx="10287000" cy="514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B74650A-A022-A2A8-AAE2-CA1FB40675EB}"/>
              </a:ext>
            </a:extLst>
          </p:cNvPr>
          <p:cNvSpPr>
            <a:spLocks noGrp="1"/>
          </p:cNvSpPr>
          <p:nvPr/>
        </p:nvSpPr>
        <p:spPr>
          <a:xfrm>
            <a:off x="1200150" y="1066800"/>
            <a:ext cx="9524998" cy="781050"/>
          </a:xfrm>
          <a:prstGeom prst="rect">
            <a:avLst/>
          </a:prstGeom>
          <a:solidFill>
            <a:srgbClr val="F2E3E3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0A02AC-1782-48A6-6460-58E559006CB2}"/>
              </a:ext>
            </a:extLst>
          </p:cNvPr>
          <p:cNvSpPr>
            <a:spLocks noGrp="1"/>
          </p:cNvSpPr>
          <p:nvPr/>
        </p:nvSpPr>
        <p:spPr>
          <a:xfrm>
            <a:off x="1439434" y="11239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125" b="1">
                <a:solidFill>
                  <a:srgbClr val="7A2D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dirty="0">
                <a:solidFill>
                  <a:srgbClr val="7A2D2D"/>
                </a:solidFill>
                <a:latin typeface="Apple SD Gothic Neo"/>
                <a:ea typeface="Apple SD Gothic Neo"/>
                <a:cs typeface="Apple SD Gothic Neo"/>
              </a:rPr>
              <a:t>&lt;header&gt;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B189C6-9E84-BB28-061C-B0AB8C3896E6}"/>
              </a:ext>
            </a:extLst>
          </p:cNvPr>
          <p:cNvSpPr>
            <a:spLocks noGrp="1"/>
          </p:cNvSpPr>
          <p:nvPr/>
        </p:nvSpPr>
        <p:spPr>
          <a:xfrm>
            <a:off x="1395759" y="1390650"/>
            <a:ext cx="856785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9C3D8CA-207A-6079-3AF2-A4F71EDD71A9}"/>
              </a:ext>
            </a:extLst>
          </p:cNvPr>
          <p:cNvSpPr>
            <a:spLocks noGrp="1"/>
          </p:cNvSpPr>
          <p:nvPr/>
        </p:nvSpPr>
        <p:spPr>
          <a:xfrm>
            <a:off x="1441758" y="1438275"/>
            <a:ext cx="799635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logo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D03E83F-0033-094A-8DFA-EC10A631244C}"/>
              </a:ext>
            </a:extLst>
          </p:cNvPr>
          <p:cNvSpPr>
            <a:spLocks noGrp="1"/>
          </p:cNvSpPr>
          <p:nvPr/>
        </p:nvSpPr>
        <p:spPr>
          <a:xfrm>
            <a:off x="3086100" y="1390650"/>
            <a:ext cx="7429500" cy="342900"/>
          </a:xfrm>
          <a:prstGeom prst="rect">
            <a:avLst/>
          </a:prstGeom>
          <a:solidFill>
            <a:srgbClr val="E7EDF8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15EC68-F60B-5BEC-A9C4-4E718A82A417}"/>
              </a:ext>
            </a:extLst>
          </p:cNvPr>
          <p:cNvSpPr>
            <a:spLocks noGrp="1"/>
          </p:cNvSpPr>
          <p:nvPr/>
        </p:nvSpPr>
        <p:spPr>
          <a:xfrm>
            <a:off x="3143250" y="1438275"/>
            <a:ext cx="7315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275" b="1">
                <a:solidFill>
                  <a:srgbClr val="263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63D73"/>
                </a:solidFill>
                <a:latin typeface="Apple SD Gothic Neo"/>
                <a:ea typeface="Apple SD Gothic Neo"/>
                <a:cs typeface="Apple SD Gothic Neo"/>
              </a:rPr>
              <a:t>&lt;nav&gt;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02AA67-7F46-AC45-6BC0-7AC7866D2295}"/>
              </a:ext>
            </a:extLst>
          </p:cNvPr>
          <p:cNvSpPr>
            <a:spLocks noGrp="1"/>
          </p:cNvSpPr>
          <p:nvPr/>
        </p:nvSpPr>
        <p:spPr>
          <a:xfrm>
            <a:off x="1200150" y="2019300"/>
            <a:ext cx="1428750" cy="1939383"/>
          </a:xfrm>
          <a:prstGeom prst="rect">
            <a:avLst/>
          </a:prstGeom>
          <a:solidFill>
            <a:srgbClr val="E7F1E9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FA45FE-3265-5B23-E2BE-7DA0C9C85DB7}"/>
              </a:ext>
            </a:extLst>
          </p:cNvPr>
          <p:cNvSpPr>
            <a:spLocks noGrp="1"/>
          </p:cNvSpPr>
          <p:nvPr/>
        </p:nvSpPr>
        <p:spPr>
          <a:xfrm>
            <a:off x="1295400" y="20764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125" b="1">
                <a:solidFill>
                  <a:srgbClr val="2C63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C6334"/>
                </a:solidFill>
                <a:latin typeface="Apple SD Gothic Neo"/>
                <a:ea typeface="Apple SD Gothic Neo"/>
                <a:cs typeface="Apple SD Gothic Neo"/>
              </a:rPr>
              <a:t>&lt;aside&gt;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FCDDB43-20FE-9271-BAA3-696F0B44962B}"/>
              </a:ext>
            </a:extLst>
          </p:cNvPr>
          <p:cNvSpPr>
            <a:spLocks noGrp="1"/>
          </p:cNvSpPr>
          <p:nvPr/>
        </p:nvSpPr>
        <p:spPr>
          <a:xfrm>
            <a:off x="3009900" y="2019301"/>
            <a:ext cx="7715250" cy="2990850"/>
          </a:xfrm>
          <a:prstGeom prst="rect">
            <a:avLst/>
          </a:prstGeom>
          <a:solidFill>
            <a:srgbClr val="F7F4E6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BC76DBF-D59F-82C1-84DA-90FC3FDB5A70}"/>
              </a:ext>
            </a:extLst>
          </p:cNvPr>
          <p:cNvSpPr>
            <a:spLocks noGrp="1"/>
          </p:cNvSpPr>
          <p:nvPr/>
        </p:nvSpPr>
        <p:spPr>
          <a:xfrm>
            <a:off x="3105150" y="20764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200" b="1">
                <a:solidFill>
                  <a:srgbClr val="6B520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B520F"/>
                </a:solidFill>
                <a:latin typeface="Apple SD Gothic Neo"/>
                <a:ea typeface="Apple SD Gothic Neo"/>
                <a:cs typeface="Apple SD Gothic Neo"/>
              </a:rPr>
              <a:t>&lt;main&gt;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8FAE26F-E6AA-83CD-CB8A-A895994C8E99}"/>
              </a:ext>
            </a:extLst>
          </p:cNvPr>
          <p:cNvSpPr>
            <a:spLocks noGrp="1"/>
          </p:cNvSpPr>
          <p:nvPr/>
        </p:nvSpPr>
        <p:spPr>
          <a:xfrm>
            <a:off x="3219450" y="2266949"/>
            <a:ext cx="7296150" cy="575917"/>
          </a:xfrm>
          <a:prstGeom prst="rect">
            <a:avLst/>
          </a:prstGeom>
          <a:solidFill>
            <a:srgbClr val="E6F1F5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30961F4-3438-70B2-AB14-F122CD885BE2}"/>
              </a:ext>
            </a:extLst>
          </p:cNvPr>
          <p:cNvSpPr>
            <a:spLocks noGrp="1"/>
          </p:cNvSpPr>
          <p:nvPr/>
        </p:nvSpPr>
        <p:spPr>
          <a:xfrm>
            <a:off x="3219450" y="2953448"/>
            <a:ext cx="7296150" cy="688821"/>
          </a:xfrm>
          <a:prstGeom prst="rect">
            <a:avLst/>
          </a:prstGeom>
          <a:solidFill>
            <a:srgbClr val="E6F1F5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751E05A-6280-F8E9-4D29-AD1421519037}"/>
              </a:ext>
            </a:extLst>
          </p:cNvPr>
          <p:cNvSpPr>
            <a:spLocks noGrp="1"/>
          </p:cNvSpPr>
          <p:nvPr/>
        </p:nvSpPr>
        <p:spPr>
          <a:xfrm>
            <a:off x="4845076" y="3066117"/>
            <a:ext cx="4180313" cy="4256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75" b="1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dirty="0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rPr>
              <a:t>&lt;section&gt;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9D53B6D-7B7B-07C3-79DB-F0D395AB76AD}"/>
              </a:ext>
            </a:extLst>
          </p:cNvPr>
          <p:cNvSpPr>
            <a:spLocks noGrp="1"/>
          </p:cNvSpPr>
          <p:nvPr/>
        </p:nvSpPr>
        <p:spPr>
          <a:xfrm>
            <a:off x="3009899" y="5145126"/>
            <a:ext cx="7715249" cy="419100"/>
          </a:xfrm>
          <a:prstGeom prst="rect">
            <a:avLst/>
          </a:prstGeom>
          <a:solidFill>
            <a:srgbClr val="E8E8E8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B39432D-4A2C-571F-02DD-8D3F491E621F}"/>
              </a:ext>
            </a:extLst>
          </p:cNvPr>
          <p:cNvSpPr>
            <a:spLocks noGrp="1"/>
          </p:cNvSpPr>
          <p:nvPr/>
        </p:nvSpPr>
        <p:spPr>
          <a:xfrm>
            <a:off x="3086100" y="5265931"/>
            <a:ext cx="7372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050" b="1">
                <a:solidFill>
                  <a:srgbClr val="7A2D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>
                <a:solidFill>
                  <a:srgbClr val="7A2D2D"/>
                </a:solidFill>
                <a:latin typeface="Apple SD Gothic Neo"/>
                <a:ea typeface="Apple SD Gothic Neo"/>
                <a:cs typeface="Apple SD Gothic Neo"/>
              </a:rPr>
              <a:t>&lt;footer&gt;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BE1DF60-F461-7972-5435-B94477CDCDF3}"/>
              </a:ext>
            </a:extLst>
          </p:cNvPr>
          <p:cNvSpPr>
            <a:spLocks noGrp="1"/>
          </p:cNvSpPr>
          <p:nvPr/>
        </p:nvSpPr>
        <p:spPr>
          <a:xfrm>
            <a:off x="8191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3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메인페이지</a:t>
            </a:r>
            <a:r>
              <a:rPr sz="135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레이아웃</a:t>
            </a:r>
            <a:r>
              <a:rPr sz="135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9C6EBA7-6C37-425D-1EAD-89B392E923E5}"/>
              </a:ext>
            </a:extLst>
          </p:cNvPr>
          <p:cNvSpPr>
            <a:spLocks noGrp="1"/>
          </p:cNvSpPr>
          <p:nvPr/>
        </p:nvSpPr>
        <p:spPr>
          <a:xfrm>
            <a:off x="1324008" y="2356045"/>
            <a:ext cx="1219195" cy="645030"/>
          </a:xfrm>
          <a:prstGeom prst="rect">
            <a:avLst/>
          </a:prstGeom>
          <a:solidFill>
            <a:srgbClr val="E6F1F5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FE5006B-A594-2B78-F6B9-6C93D19F7AB8}"/>
              </a:ext>
            </a:extLst>
          </p:cNvPr>
          <p:cNvSpPr>
            <a:spLocks noGrp="1"/>
          </p:cNvSpPr>
          <p:nvPr/>
        </p:nvSpPr>
        <p:spPr>
          <a:xfrm>
            <a:off x="1325403" y="2459424"/>
            <a:ext cx="1200095" cy="4117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75" b="1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dirty="0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rPr>
              <a:t>&lt;section&gt;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BD82C44-F20C-7036-993F-0712395A58BB}"/>
              </a:ext>
            </a:extLst>
          </p:cNvPr>
          <p:cNvSpPr>
            <a:spLocks noGrp="1"/>
          </p:cNvSpPr>
          <p:nvPr/>
        </p:nvSpPr>
        <p:spPr>
          <a:xfrm>
            <a:off x="1324007" y="3188086"/>
            <a:ext cx="1219195" cy="645030"/>
          </a:xfrm>
          <a:prstGeom prst="rect">
            <a:avLst/>
          </a:prstGeom>
          <a:solidFill>
            <a:srgbClr val="E6F1F5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6E1895-0144-8CFD-C026-277076037DE1}"/>
              </a:ext>
            </a:extLst>
          </p:cNvPr>
          <p:cNvSpPr>
            <a:spLocks noGrp="1"/>
          </p:cNvSpPr>
          <p:nvPr/>
        </p:nvSpPr>
        <p:spPr>
          <a:xfrm>
            <a:off x="1314477" y="3294550"/>
            <a:ext cx="1200095" cy="4117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75" b="1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dirty="0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rPr>
              <a:t>&lt;section&gt;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93053DE-00C3-8F19-81B7-4DE4EE86D24A}"/>
              </a:ext>
            </a:extLst>
          </p:cNvPr>
          <p:cNvSpPr>
            <a:spLocks noGrp="1"/>
          </p:cNvSpPr>
          <p:nvPr/>
        </p:nvSpPr>
        <p:spPr>
          <a:xfrm>
            <a:off x="4795492" y="2381947"/>
            <a:ext cx="4180313" cy="4256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75" b="1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dirty="0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rPr>
              <a:t>&lt;section&gt;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F79FF7E-84AC-FBF0-DD32-5CBCB06FDD71}"/>
              </a:ext>
            </a:extLst>
          </p:cNvPr>
          <p:cNvSpPr>
            <a:spLocks noGrp="1"/>
          </p:cNvSpPr>
          <p:nvPr/>
        </p:nvSpPr>
        <p:spPr>
          <a:xfrm>
            <a:off x="3214687" y="3731703"/>
            <a:ext cx="7296150" cy="1222923"/>
          </a:xfrm>
          <a:prstGeom prst="rect">
            <a:avLst/>
          </a:prstGeom>
          <a:solidFill>
            <a:srgbClr val="E6F1F5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9AE9A7C-A7F3-E4A4-E6FF-AB6F6123A3F1}"/>
              </a:ext>
            </a:extLst>
          </p:cNvPr>
          <p:cNvSpPr>
            <a:spLocks noGrp="1"/>
          </p:cNvSpPr>
          <p:nvPr/>
        </p:nvSpPr>
        <p:spPr>
          <a:xfrm>
            <a:off x="3334214" y="4031625"/>
            <a:ext cx="3528547" cy="819150"/>
          </a:xfrm>
          <a:prstGeom prst="rect">
            <a:avLst/>
          </a:prstGeom>
          <a:solidFill>
            <a:srgbClr val="F2E7F2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869DCE4-05BC-63E2-476F-DD299A3A3FB7}"/>
              </a:ext>
            </a:extLst>
          </p:cNvPr>
          <p:cNvSpPr>
            <a:spLocks noGrp="1"/>
          </p:cNvSpPr>
          <p:nvPr/>
        </p:nvSpPr>
        <p:spPr>
          <a:xfrm>
            <a:off x="3424124" y="4090401"/>
            <a:ext cx="3113049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0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rPr>
              <a:t>&lt;article&gt;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D27DD7B-17C6-3DA6-B2C9-F445E2423113}"/>
              </a:ext>
            </a:extLst>
          </p:cNvPr>
          <p:cNvSpPr>
            <a:spLocks noGrp="1"/>
          </p:cNvSpPr>
          <p:nvPr/>
        </p:nvSpPr>
        <p:spPr>
          <a:xfrm>
            <a:off x="7067436" y="4020241"/>
            <a:ext cx="3292047" cy="819150"/>
          </a:xfrm>
          <a:prstGeom prst="rect">
            <a:avLst/>
          </a:prstGeom>
          <a:solidFill>
            <a:srgbClr val="F2E7F2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6096B26-F328-3600-FAED-FFF1323186C0}"/>
              </a:ext>
            </a:extLst>
          </p:cNvPr>
          <p:cNvSpPr>
            <a:spLocks noGrp="1"/>
          </p:cNvSpPr>
          <p:nvPr/>
        </p:nvSpPr>
        <p:spPr>
          <a:xfrm>
            <a:off x="7400925" y="4366851"/>
            <a:ext cx="2409825" cy="41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0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rPr>
              <a:t>&lt;article&gt;</a:t>
            </a:r>
          </a:p>
          <a:p>
            <a:pPr algn="ctr">
              <a:defRPr sz="150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1500" b="1" dirty="0">
              <a:solidFill>
                <a:srgbClr val="6A2D6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4615644-82D5-DE98-7A06-1DF3E5313667}"/>
              </a:ext>
            </a:extLst>
          </p:cNvPr>
          <p:cNvSpPr>
            <a:spLocks noGrp="1"/>
          </p:cNvSpPr>
          <p:nvPr/>
        </p:nvSpPr>
        <p:spPr>
          <a:xfrm>
            <a:off x="4819650" y="3676178"/>
            <a:ext cx="4180313" cy="4256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75" b="1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dirty="0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rPr>
              <a:t>&lt;section&gt;</a:t>
            </a:r>
          </a:p>
        </p:txBody>
      </p:sp>
    </p:spTree>
    <p:extLst>
      <p:ext uri="{BB962C8B-B14F-4D97-AF65-F5344CB8AC3E}">
        <p14:creationId xmlns:p14="http://schemas.microsoft.com/office/powerpoint/2010/main" val="396070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33C22FB-9B41-7A70-4AE6-F34678AAFF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6D4CC2-8242-8FDB-9402-7E7CA4445409}"/>
              </a:ext>
            </a:extLst>
          </p:cNvPr>
          <p:cNvSpPr>
            <a:spLocks noGrp="1"/>
          </p:cNvSpPr>
          <p:nvPr/>
        </p:nvSpPr>
        <p:spPr>
          <a:xfrm>
            <a:off x="819150" y="514350"/>
            <a:ext cx="1047750" cy="361950"/>
          </a:xfrm>
          <a:prstGeom prst="rect">
            <a:avLst/>
          </a:prstGeom>
          <a:solidFill>
            <a:srgbClr val="E7E7E3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8F7555-4A9B-E795-6C0F-7E81334257B7}"/>
              </a:ext>
            </a:extLst>
          </p:cNvPr>
          <p:cNvSpPr>
            <a:spLocks noGrp="1"/>
          </p:cNvSpPr>
          <p:nvPr/>
        </p:nvSpPr>
        <p:spPr>
          <a:xfrm>
            <a:off x="857250" y="54292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페이지명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5B9A06-2E8A-0C19-31B3-263BBD895D58}"/>
              </a:ext>
            </a:extLst>
          </p:cNvPr>
          <p:cNvSpPr>
            <a:spLocks noGrp="1"/>
          </p:cNvSpPr>
          <p:nvPr/>
        </p:nvSpPr>
        <p:spPr>
          <a:xfrm>
            <a:off x="1866900" y="514350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B93D2F-46AE-DDFB-9891-DF484A55F3FA}"/>
              </a:ext>
            </a:extLst>
          </p:cNvPr>
          <p:cNvSpPr>
            <a:spLocks noGrp="1"/>
          </p:cNvSpPr>
          <p:nvPr/>
        </p:nvSpPr>
        <p:spPr>
          <a:xfrm>
            <a:off x="1905000" y="542925"/>
            <a:ext cx="2305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50" b="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말의 이동</a:t>
            </a:r>
            <a:endParaRPr sz="105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83F78F-DD41-6851-08D3-405A3F77BA19}"/>
              </a:ext>
            </a:extLst>
          </p:cNvPr>
          <p:cNvSpPr>
            <a:spLocks noGrp="1"/>
          </p:cNvSpPr>
          <p:nvPr/>
        </p:nvSpPr>
        <p:spPr>
          <a:xfrm>
            <a:off x="4248150" y="514350"/>
            <a:ext cx="876300" cy="361950"/>
          </a:xfrm>
          <a:prstGeom prst="rect">
            <a:avLst/>
          </a:prstGeom>
          <a:solidFill>
            <a:srgbClr val="E7E7E3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D4769E-247B-9B04-3350-11EA4F547878}"/>
              </a:ext>
            </a:extLst>
          </p:cNvPr>
          <p:cNvSpPr>
            <a:spLocks noGrp="1"/>
          </p:cNvSpPr>
          <p:nvPr/>
        </p:nvSpPr>
        <p:spPr>
          <a:xfrm>
            <a:off x="4286250" y="542925"/>
            <a:ext cx="800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파일명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AEB426-35C2-6F76-C040-C7F4ED93136C}"/>
              </a:ext>
            </a:extLst>
          </p:cNvPr>
          <p:cNvSpPr>
            <a:spLocks noGrp="1"/>
          </p:cNvSpPr>
          <p:nvPr/>
        </p:nvSpPr>
        <p:spPr>
          <a:xfrm>
            <a:off x="5124450" y="514350"/>
            <a:ext cx="2476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825AE1-72F6-C0ED-EF08-572CE22753F4}"/>
              </a:ext>
            </a:extLst>
          </p:cNvPr>
          <p:cNvSpPr>
            <a:spLocks noGrp="1"/>
          </p:cNvSpPr>
          <p:nvPr/>
        </p:nvSpPr>
        <p:spPr>
          <a:xfrm>
            <a:off x="5162550" y="542925"/>
            <a:ext cx="2400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050" b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sz="105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move</a:t>
            </a:r>
            <a:r>
              <a:rPr sz="1050" b="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.html</a:t>
            </a:r>
            <a:endParaRPr sz="1050" b="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814D1F-A7E3-4516-6DA7-78F104A5C98D}"/>
              </a:ext>
            </a:extLst>
          </p:cNvPr>
          <p:cNvSpPr>
            <a:spLocks noGrp="1"/>
          </p:cNvSpPr>
          <p:nvPr/>
        </p:nvSpPr>
        <p:spPr>
          <a:xfrm>
            <a:off x="819150" y="876299"/>
            <a:ext cx="10287000" cy="5847885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03928E-371E-94A1-A142-9A0FD727EC40}"/>
              </a:ext>
            </a:extLst>
          </p:cNvPr>
          <p:cNvSpPr>
            <a:spLocks noGrp="1"/>
          </p:cNvSpPr>
          <p:nvPr/>
        </p:nvSpPr>
        <p:spPr>
          <a:xfrm>
            <a:off x="1200150" y="1066800"/>
            <a:ext cx="9715500" cy="781050"/>
          </a:xfrm>
          <a:prstGeom prst="rect">
            <a:avLst/>
          </a:prstGeom>
          <a:solidFill>
            <a:srgbClr val="F2E3E3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3C1D87-3EBA-6782-8356-AA5FA7457BCE}"/>
              </a:ext>
            </a:extLst>
          </p:cNvPr>
          <p:cNvSpPr>
            <a:spLocks noGrp="1"/>
          </p:cNvSpPr>
          <p:nvPr/>
        </p:nvSpPr>
        <p:spPr>
          <a:xfrm>
            <a:off x="1472889" y="1135101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125" b="1">
                <a:solidFill>
                  <a:srgbClr val="7A2D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dirty="0">
                <a:solidFill>
                  <a:srgbClr val="7A2D2D"/>
                </a:solidFill>
                <a:latin typeface="Apple SD Gothic Neo"/>
                <a:ea typeface="Apple SD Gothic Neo"/>
                <a:cs typeface="Apple SD Gothic Neo"/>
              </a:rPr>
              <a:t>&lt;header&gt;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36D75C-82F1-2694-7A01-72B9575AA9BA}"/>
              </a:ext>
            </a:extLst>
          </p:cNvPr>
          <p:cNvSpPr>
            <a:spLocks noGrp="1"/>
          </p:cNvSpPr>
          <p:nvPr/>
        </p:nvSpPr>
        <p:spPr>
          <a:xfrm>
            <a:off x="1462666" y="1390650"/>
            <a:ext cx="90139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5A88CB6-4A53-07A3-1B8D-8B55598957B5}"/>
              </a:ext>
            </a:extLst>
          </p:cNvPr>
          <p:cNvSpPr>
            <a:spLocks noGrp="1"/>
          </p:cNvSpPr>
          <p:nvPr/>
        </p:nvSpPr>
        <p:spPr>
          <a:xfrm>
            <a:off x="1508665" y="1438275"/>
            <a:ext cx="84424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05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logo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BBCD9D-E230-0A39-6BAE-36169A09929F}"/>
              </a:ext>
            </a:extLst>
          </p:cNvPr>
          <p:cNvSpPr>
            <a:spLocks noGrp="1"/>
          </p:cNvSpPr>
          <p:nvPr/>
        </p:nvSpPr>
        <p:spPr>
          <a:xfrm>
            <a:off x="3086100" y="1390650"/>
            <a:ext cx="7429500" cy="342900"/>
          </a:xfrm>
          <a:prstGeom prst="rect">
            <a:avLst/>
          </a:prstGeom>
          <a:solidFill>
            <a:srgbClr val="E7EDF8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FCFA56-A4F4-59BC-D430-71A92907A0AD}"/>
              </a:ext>
            </a:extLst>
          </p:cNvPr>
          <p:cNvSpPr>
            <a:spLocks noGrp="1"/>
          </p:cNvSpPr>
          <p:nvPr/>
        </p:nvSpPr>
        <p:spPr>
          <a:xfrm>
            <a:off x="3143250" y="1438275"/>
            <a:ext cx="7315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275" b="1">
                <a:solidFill>
                  <a:srgbClr val="263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63D73"/>
                </a:solidFill>
                <a:latin typeface="Apple SD Gothic Neo"/>
                <a:ea typeface="Apple SD Gothic Neo"/>
                <a:cs typeface="Apple SD Gothic Neo"/>
              </a:rPr>
              <a:t>&lt;nav&gt;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87B4A8F-8ACF-4F2D-A303-406BD0D37364}"/>
              </a:ext>
            </a:extLst>
          </p:cNvPr>
          <p:cNvSpPr>
            <a:spLocks noGrp="1"/>
          </p:cNvSpPr>
          <p:nvPr/>
        </p:nvSpPr>
        <p:spPr>
          <a:xfrm>
            <a:off x="1200150" y="2019300"/>
            <a:ext cx="1428750" cy="1942160"/>
          </a:xfrm>
          <a:prstGeom prst="rect">
            <a:avLst/>
          </a:prstGeom>
          <a:solidFill>
            <a:srgbClr val="E7F1E9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997BF46-5B5C-8CDC-CCB0-C57FF6DEB6BE}"/>
              </a:ext>
            </a:extLst>
          </p:cNvPr>
          <p:cNvSpPr>
            <a:spLocks noGrp="1"/>
          </p:cNvSpPr>
          <p:nvPr/>
        </p:nvSpPr>
        <p:spPr>
          <a:xfrm>
            <a:off x="1295400" y="20764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125" b="1">
                <a:solidFill>
                  <a:srgbClr val="2C63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C6334"/>
                </a:solidFill>
                <a:latin typeface="Apple SD Gothic Neo"/>
                <a:ea typeface="Apple SD Gothic Neo"/>
                <a:cs typeface="Apple SD Gothic Neo"/>
              </a:rPr>
              <a:t>&lt;aside&gt;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FD8E915-D9CD-EEAF-F2F2-BB626631D719}"/>
              </a:ext>
            </a:extLst>
          </p:cNvPr>
          <p:cNvSpPr>
            <a:spLocks noGrp="1"/>
          </p:cNvSpPr>
          <p:nvPr/>
        </p:nvSpPr>
        <p:spPr>
          <a:xfrm>
            <a:off x="3009900" y="2019299"/>
            <a:ext cx="7715250" cy="3962401"/>
          </a:xfrm>
          <a:prstGeom prst="rect">
            <a:avLst/>
          </a:prstGeom>
          <a:solidFill>
            <a:srgbClr val="F7F4E6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1B8A418-D3A2-A0B9-C619-5680632A14F5}"/>
              </a:ext>
            </a:extLst>
          </p:cNvPr>
          <p:cNvSpPr>
            <a:spLocks noGrp="1"/>
          </p:cNvSpPr>
          <p:nvPr/>
        </p:nvSpPr>
        <p:spPr>
          <a:xfrm>
            <a:off x="3105150" y="20764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l">
              <a:defRPr sz="1200" b="1">
                <a:solidFill>
                  <a:srgbClr val="6B520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B520F"/>
                </a:solidFill>
                <a:latin typeface="Apple SD Gothic Neo"/>
                <a:ea typeface="Apple SD Gothic Neo"/>
                <a:cs typeface="Apple SD Gothic Neo"/>
              </a:rPr>
              <a:t>&lt;main&gt;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C099CA5-66B6-22D7-3A6D-83082A0CCBB2}"/>
              </a:ext>
            </a:extLst>
          </p:cNvPr>
          <p:cNvSpPr>
            <a:spLocks noGrp="1"/>
          </p:cNvSpPr>
          <p:nvPr/>
        </p:nvSpPr>
        <p:spPr>
          <a:xfrm>
            <a:off x="3172055" y="2343150"/>
            <a:ext cx="7343545" cy="457200"/>
          </a:xfrm>
          <a:prstGeom prst="rect">
            <a:avLst/>
          </a:prstGeom>
          <a:solidFill>
            <a:srgbClr val="E6F1F5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30EDAE9-E7C1-04D6-A165-584A14457932}"/>
              </a:ext>
            </a:extLst>
          </p:cNvPr>
          <p:cNvSpPr>
            <a:spLocks noGrp="1"/>
          </p:cNvSpPr>
          <p:nvPr/>
        </p:nvSpPr>
        <p:spPr>
          <a:xfrm>
            <a:off x="3009899" y="6193799"/>
            <a:ext cx="7715249" cy="419100"/>
          </a:xfrm>
          <a:prstGeom prst="rect">
            <a:avLst/>
          </a:prstGeom>
          <a:solidFill>
            <a:srgbClr val="E8E8E8"/>
          </a:solidFill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74221A4-69CB-D6B3-03D5-246F68A32E76}"/>
              </a:ext>
            </a:extLst>
          </p:cNvPr>
          <p:cNvSpPr>
            <a:spLocks noGrp="1"/>
          </p:cNvSpPr>
          <p:nvPr/>
        </p:nvSpPr>
        <p:spPr>
          <a:xfrm>
            <a:off x="3009900" y="6269999"/>
            <a:ext cx="7372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050" b="1">
                <a:solidFill>
                  <a:srgbClr val="7A2D2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>
                <a:solidFill>
                  <a:srgbClr val="7A2D2D"/>
                </a:solidFill>
                <a:latin typeface="Apple SD Gothic Neo"/>
                <a:ea typeface="Apple SD Gothic Neo"/>
                <a:cs typeface="Apple SD Gothic Neo"/>
              </a:rPr>
              <a:t>&lt;footer&gt;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4471862-FBB5-6EF2-CB6B-DF0517DCC60C}"/>
              </a:ext>
            </a:extLst>
          </p:cNvPr>
          <p:cNvSpPr>
            <a:spLocks noGrp="1"/>
          </p:cNvSpPr>
          <p:nvPr/>
        </p:nvSpPr>
        <p:spPr>
          <a:xfrm>
            <a:off x="4048125" y="2363820"/>
            <a:ext cx="5295900" cy="4256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75" b="1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dirty="0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rPr>
              <a:t>&lt;section&gt;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6F5CEC9-D2D7-4E67-6332-5A1D9D778AAF}"/>
              </a:ext>
            </a:extLst>
          </p:cNvPr>
          <p:cNvSpPr>
            <a:spLocks noGrp="1"/>
          </p:cNvSpPr>
          <p:nvPr/>
        </p:nvSpPr>
        <p:spPr>
          <a:xfrm>
            <a:off x="3172055" y="2885151"/>
            <a:ext cx="7343545" cy="3013843"/>
          </a:xfrm>
          <a:prstGeom prst="rect">
            <a:avLst/>
          </a:prstGeom>
          <a:solidFill>
            <a:srgbClr val="E6F1F5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265A04-120B-40F5-A69C-9A11F5974256}"/>
              </a:ext>
            </a:extLst>
          </p:cNvPr>
          <p:cNvSpPr>
            <a:spLocks noGrp="1"/>
          </p:cNvSpPr>
          <p:nvPr/>
        </p:nvSpPr>
        <p:spPr>
          <a:xfrm>
            <a:off x="3219450" y="3204579"/>
            <a:ext cx="3505200" cy="776404"/>
          </a:xfrm>
          <a:prstGeom prst="rect">
            <a:avLst/>
          </a:prstGeom>
          <a:solidFill>
            <a:srgbClr val="F2E7F2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D313F93-46E4-AA38-72D0-C402AB9E546F}"/>
              </a:ext>
            </a:extLst>
          </p:cNvPr>
          <p:cNvSpPr>
            <a:spLocks noGrp="1"/>
          </p:cNvSpPr>
          <p:nvPr/>
        </p:nvSpPr>
        <p:spPr>
          <a:xfrm>
            <a:off x="3488470" y="3464073"/>
            <a:ext cx="2819400" cy="49762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dirty="0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rPr>
              <a:t>&lt;article&gt;</a:t>
            </a:r>
          </a:p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1650" b="1" dirty="0">
              <a:solidFill>
                <a:srgbClr val="6A2D6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859DE13-8903-B9E5-BE6F-93F357757C81}"/>
              </a:ext>
            </a:extLst>
          </p:cNvPr>
          <p:cNvSpPr>
            <a:spLocks noGrp="1"/>
          </p:cNvSpPr>
          <p:nvPr/>
        </p:nvSpPr>
        <p:spPr>
          <a:xfrm>
            <a:off x="6846849" y="3204343"/>
            <a:ext cx="3592551" cy="776404"/>
          </a:xfrm>
          <a:prstGeom prst="rect">
            <a:avLst/>
          </a:prstGeom>
          <a:solidFill>
            <a:srgbClr val="F2E7F2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C1AB77D-D6AB-8C50-9D53-5077B708135A}"/>
              </a:ext>
            </a:extLst>
          </p:cNvPr>
          <p:cNvSpPr>
            <a:spLocks noGrp="1"/>
          </p:cNvSpPr>
          <p:nvPr/>
        </p:nvSpPr>
        <p:spPr>
          <a:xfrm>
            <a:off x="7203220" y="3463837"/>
            <a:ext cx="2819400" cy="49762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dirty="0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rPr>
              <a:t>&lt;article&gt;</a:t>
            </a:r>
          </a:p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1650" b="1" dirty="0">
              <a:solidFill>
                <a:srgbClr val="6A2D6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5A5148A-65CB-7374-515D-58C8BEDA92DC}"/>
              </a:ext>
            </a:extLst>
          </p:cNvPr>
          <p:cNvSpPr>
            <a:spLocks noGrp="1"/>
          </p:cNvSpPr>
          <p:nvPr/>
        </p:nvSpPr>
        <p:spPr>
          <a:xfrm>
            <a:off x="3219450" y="4127331"/>
            <a:ext cx="3505200" cy="776404"/>
          </a:xfrm>
          <a:prstGeom prst="rect">
            <a:avLst/>
          </a:prstGeom>
          <a:solidFill>
            <a:srgbClr val="F2E7F2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17A5082-7A62-E193-D9F0-5AECFD01D712}"/>
              </a:ext>
            </a:extLst>
          </p:cNvPr>
          <p:cNvSpPr>
            <a:spLocks noGrp="1"/>
          </p:cNvSpPr>
          <p:nvPr/>
        </p:nvSpPr>
        <p:spPr>
          <a:xfrm>
            <a:off x="3488470" y="4386825"/>
            <a:ext cx="2819400" cy="49762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dirty="0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rPr>
              <a:t>&lt;article&gt;</a:t>
            </a:r>
          </a:p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1650" b="1" dirty="0">
              <a:solidFill>
                <a:srgbClr val="6A2D6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1F8A661-9A7E-4294-6FC4-5FE14F3DB684}"/>
              </a:ext>
            </a:extLst>
          </p:cNvPr>
          <p:cNvSpPr>
            <a:spLocks noGrp="1"/>
          </p:cNvSpPr>
          <p:nvPr/>
        </p:nvSpPr>
        <p:spPr>
          <a:xfrm>
            <a:off x="6846849" y="4127095"/>
            <a:ext cx="3592551" cy="776404"/>
          </a:xfrm>
          <a:prstGeom prst="rect">
            <a:avLst/>
          </a:prstGeom>
          <a:solidFill>
            <a:srgbClr val="F2E7F2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43CF747-351A-BBBE-F37E-17ED2BD66E6C}"/>
              </a:ext>
            </a:extLst>
          </p:cNvPr>
          <p:cNvSpPr>
            <a:spLocks noGrp="1"/>
          </p:cNvSpPr>
          <p:nvPr/>
        </p:nvSpPr>
        <p:spPr>
          <a:xfrm>
            <a:off x="7203220" y="4386589"/>
            <a:ext cx="2819400" cy="49762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dirty="0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rPr>
              <a:t>&lt;article&gt;</a:t>
            </a:r>
          </a:p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1650" b="1" dirty="0">
              <a:solidFill>
                <a:srgbClr val="6A2D6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75DFE73-3818-8340-2657-A6CCD666ED4C}"/>
              </a:ext>
            </a:extLst>
          </p:cNvPr>
          <p:cNvSpPr>
            <a:spLocks noGrp="1"/>
          </p:cNvSpPr>
          <p:nvPr/>
        </p:nvSpPr>
        <p:spPr>
          <a:xfrm>
            <a:off x="3238500" y="4999461"/>
            <a:ext cx="3505200" cy="776404"/>
          </a:xfrm>
          <a:prstGeom prst="rect">
            <a:avLst/>
          </a:prstGeom>
          <a:solidFill>
            <a:srgbClr val="F2E7F2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86317CF-FC6E-1997-14F7-D16ACBD4DFCB}"/>
              </a:ext>
            </a:extLst>
          </p:cNvPr>
          <p:cNvSpPr>
            <a:spLocks noGrp="1"/>
          </p:cNvSpPr>
          <p:nvPr/>
        </p:nvSpPr>
        <p:spPr>
          <a:xfrm>
            <a:off x="3507520" y="5258955"/>
            <a:ext cx="2819400" cy="49762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dirty="0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rPr>
              <a:t>&lt;article&gt;</a:t>
            </a:r>
          </a:p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1650" b="1" dirty="0">
              <a:solidFill>
                <a:srgbClr val="6A2D6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11A5F65-6535-D48D-D08B-12CEC8178CEA}"/>
              </a:ext>
            </a:extLst>
          </p:cNvPr>
          <p:cNvSpPr>
            <a:spLocks noGrp="1"/>
          </p:cNvSpPr>
          <p:nvPr/>
        </p:nvSpPr>
        <p:spPr>
          <a:xfrm>
            <a:off x="6865899" y="4999225"/>
            <a:ext cx="3592551" cy="776404"/>
          </a:xfrm>
          <a:prstGeom prst="rect">
            <a:avLst/>
          </a:prstGeom>
          <a:solidFill>
            <a:srgbClr val="F2E7F2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1338B37-4741-9408-48C1-CE1DBF84A557}"/>
              </a:ext>
            </a:extLst>
          </p:cNvPr>
          <p:cNvSpPr>
            <a:spLocks noGrp="1"/>
          </p:cNvSpPr>
          <p:nvPr/>
        </p:nvSpPr>
        <p:spPr>
          <a:xfrm>
            <a:off x="7222270" y="5258719"/>
            <a:ext cx="2819400" cy="49762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dirty="0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rPr>
              <a:t>&lt;article&gt;</a:t>
            </a:r>
          </a:p>
          <a:p>
            <a:pPr algn="ctr">
              <a:defRPr sz="1650" b="1">
                <a:solidFill>
                  <a:srgbClr val="6A2D6A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1650" b="1" dirty="0">
              <a:solidFill>
                <a:srgbClr val="6A2D6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B80A9E9-D574-3B5F-F8E3-9ED1720FE535}"/>
              </a:ext>
            </a:extLst>
          </p:cNvPr>
          <p:cNvSpPr>
            <a:spLocks noGrp="1"/>
          </p:cNvSpPr>
          <p:nvPr/>
        </p:nvSpPr>
        <p:spPr>
          <a:xfrm rot="10800000" flipV="1">
            <a:off x="5014561" y="2975278"/>
            <a:ext cx="3400425" cy="1287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75" b="1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dirty="0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rPr>
              <a:t>&lt;section&gt;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6E2B559-A93D-FA03-1385-B2D09A567564}"/>
              </a:ext>
            </a:extLst>
          </p:cNvPr>
          <p:cNvSpPr>
            <a:spLocks noGrp="1"/>
          </p:cNvSpPr>
          <p:nvPr/>
        </p:nvSpPr>
        <p:spPr>
          <a:xfrm>
            <a:off x="1324008" y="2356045"/>
            <a:ext cx="1219195" cy="645030"/>
          </a:xfrm>
          <a:prstGeom prst="rect">
            <a:avLst/>
          </a:prstGeom>
          <a:solidFill>
            <a:srgbClr val="E6F1F5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A71B50C-7996-ECD1-D337-15F7FD4E3764}"/>
              </a:ext>
            </a:extLst>
          </p:cNvPr>
          <p:cNvSpPr>
            <a:spLocks noGrp="1"/>
          </p:cNvSpPr>
          <p:nvPr/>
        </p:nvSpPr>
        <p:spPr>
          <a:xfrm>
            <a:off x="1325403" y="2459424"/>
            <a:ext cx="1200095" cy="4117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75" b="1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dirty="0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rPr>
              <a:t>&lt;section&gt;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11656F6-845A-30EE-B50E-574CA9ADAE1B}"/>
              </a:ext>
            </a:extLst>
          </p:cNvPr>
          <p:cNvSpPr>
            <a:spLocks noGrp="1"/>
          </p:cNvSpPr>
          <p:nvPr/>
        </p:nvSpPr>
        <p:spPr>
          <a:xfrm>
            <a:off x="1324007" y="3188086"/>
            <a:ext cx="1219195" cy="645030"/>
          </a:xfrm>
          <a:prstGeom prst="rect">
            <a:avLst/>
          </a:prstGeom>
          <a:solidFill>
            <a:srgbClr val="E6F1F5"/>
          </a:solidFill>
          <a:ln w="1143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3985EF4-E461-844D-3FDE-77255358435F}"/>
              </a:ext>
            </a:extLst>
          </p:cNvPr>
          <p:cNvSpPr>
            <a:spLocks noGrp="1"/>
          </p:cNvSpPr>
          <p:nvPr/>
        </p:nvSpPr>
        <p:spPr>
          <a:xfrm>
            <a:off x="1314477" y="3294550"/>
            <a:ext cx="1200095" cy="4117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ctr"/>
          <a:lstStyle/>
          <a:p>
            <a:pPr algn="ctr">
              <a:defRPr sz="1575" b="1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dirty="0">
                <a:solidFill>
                  <a:srgbClr val="1E5D73"/>
                </a:solidFill>
                <a:latin typeface="Apple SD Gothic Neo"/>
                <a:ea typeface="Apple SD Gothic Neo"/>
                <a:cs typeface="Apple SD Gothic Neo"/>
              </a:rPr>
              <a:t>&lt;section&gt;</a:t>
            </a:r>
          </a:p>
        </p:txBody>
      </p:sp>
    </p:spTree>
    <p:extLst>
      <p:ext uri="{BB962C8B-B14F-4D97-AF65-F5344CB8AC3E}">
        <p14:creationId xmlns:p14="http://schemas.microsoft.com/office/powerpoint/2010/main" val="16576060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289</Words>
  <Application>Microsoft Macintosh PowerPoint</Application>
  <DocSecurity>0</DocSecurity>
  <PresentationFormat>와이드스크린</PresentationFormat>
  <Paragraphs>101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Gulim</vt:lpstr>
      <vt:lpstr>Apple SD Gothic Neo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변창민</cp:lastModifiedBy>
  <cp:revision>6</cp:revision>
  <dcterms:created xsi:type="dcterms:W3CDTF">2026-05-19T12:35:22Z</dcterms:created>
  <dcterms:modified xsi:type="dcterms:W3CDTF">2026-06-02T13:34:31Z</dcterms:modified>
</cp:coreProperties>
</file>